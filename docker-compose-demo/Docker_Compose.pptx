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4"/>
  </p:notesMasterIdLst>
  <p:sldIdLst>
    <p:sldId id="256" r:id="rId2"/>
    <p:sldId id="272" r:id="rId3"/>
    <p:sldId id="258" r:id="rId4"/>
    <p:sldId id="257" r:id="rId5"/>
    <p:sldId id="262" r:id="rId6"/>
    <p:sldId id="273" r:id="rId7"/>
    <p:sldId id="264" r:id="rId8"/>
    <p:sldId id="274" r:id="rId9"/>
    <p:sldId id="266" r:id="rId10"/>
    <p:sldId id="275" r:id="rId11"/>
    <p:sldId id="269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153" autoAdjust="0"/>
  </p:normalViewPr>
  <p:slideViewPr>
    <p:cSldViewPr snapToGrid="0" snapToObjects="1">
      <p:cViewPr varScale="1">
        <p:scale>
          <a:sx n="59" d="100"/>
          <a:sy n="59" d="100"/>
        </p:scale>
        <p:origin x="21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54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demonstriram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pomoću</a:t>
            </a:r>
            <a:r>
              <a:rPr lang="en-US" dirty="0"/>
              <a:t> Docker Compose-a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orkestrirati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 u </a:t>
            </a:r>
            <a:r>
              <a:rPr lang="en-US" dirty="0" err="1"/>
              <a:t>lokalnom</a:t>
            </a:r>
            <a:r>
              <a:rPr lang="en-US" dirty="0"/>
              <a:t> </a:t>
            </a:r>
            <a:r>
              <a:rPr lang="en-US" dirty="0" err="1"/>
              <a:t>okruženju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tri </a:t>
            </a:r>
            <a:r>
              <a:rPr lang="en-US" dirty="0" err="1"/>
              <a:t>servisa</a:t>
            </a:r>
            <a:r>
              <a:rPr lang="en-US" dirty="0"/>
              <a:t>: PostgreSQL </a:t>
            </a:r>
            <a:r>
              <a:rPr lang="en-US" dirty="0" err="1"/>
              <a:t>bazu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Flask backend </a:t>
            </a:r>
            <a:r>
              <a:rPr lang="en-US" dirty="0" err="1"/>
              <a:t>i</a:t>
            </a:r>
            <a:r>
              <a:rPr lang="en-US" dirty="0"/>
              <a:t> React frontend.</a:t>
            </a:r>
            <a:br>
              <a:rPr lang="en-US" dirty="0"/>
            </a:br>
            <a:r>
              <a:rPr lang="en-US" dirty="0" err="1"/>
              <a:t>Pokazaćemo</a:t>
            </a:r>
            <a:r>
              <a:rPr lang="en-US" dirty="0"/>
              <a:t> </a:t>
            </a:r>
            <a:r>
              <a:rPr lang="en-US" dirty="0" err="1"/>
              <a:t>redosled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, health check </a:t>
            </a:r>
            <a:r>
              <a:rPr lang="en-US" dirty="0" err="1"/>
              <a:t>mehanizme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realne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koji se </a:t>
            </a:r>
            <a:r>
              <a:rPr lang="en-US" dirty="0" err="1"/>
              <a:t>javljaju</a:t>
            </a:r>
            <a:r>
              <a:rPr lang="en-US" dirty="0"/>
              <a:t> u </a:t>
            </a:r>
            <a:r>
              <a:rPr lang="en-US" dirty="0" err="1"/>
              <a:t>praksi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se u docker-</a:t>
            </a:r>
            <a:r>
              <a:rPr lang="en-US" dirty="0" err="1"/>
              <a:t>compose.yml</a:t>
            </a:r>
            <a:r>
              <a:rPr lang="en-US" dirty="0"/>
              <a:t> </a:t>
            </a:r>
            <a:r>
              <a:rPr lang="en-US" dirty="0" err="1"/>
              <a:t>definišu</a:t>
            </a:r>
            <a:r>
              <a:rPr lang="en-US" dirty="0"/>
              <a:t> </a:t>
            </a:r>
            <a:r>
              <a:rPr lang="en-US" dirty="0" err="1"/>
              <a:t>servisi</a:t>
            </a:r>
            <a:r>
              <a:rPr lang="en-US" dirty="0"/>
              <a:t>,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volumeni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Backend </a:t>
            </a:r>
            <a:r>
              <a:rPr lang="en-US" dirty="0" err="1"/>
              <a:t>komunicira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bazom</a:t>
            </a:r>
            <a:r>
              <a:rPr lang="en-US" dirty="0"/>
              <a:t>, frontend </a:t>
            </a:r>
            <a:r>
              <a:rPr lang="en-US" dirty="0" err="1"/>
              <a:t>sa</a:t>
            </a:r>
            <a:r>
              <a:rPr lang="en-US" dirty="0"/>
              <a:t> backend-om, a </a:t>
            </a:r>
            <a:r>
              <a:rPr lang="en-US" dirty="0" err="1"/>
              <a:t>sve</a:t>
            </a:r>
            <a:r>
              <a:rPr lang="en-US" dirty="0"/>
              <a:t> to </a:t>
            </a:r>
            <a:r>
              <a:rPr lang="en-US" dirty="0" err="1"/>
              <a:t>unutar</a:t>
            </a:r>
            <a:r>
              <a:rPr lang="en-US" dirty="0"/>
              <a:t> Docker </a:t>
            </a:r>
            <a:r>
              <a:rPr lang="en-US" dirty="0" err="1"/>
              <a:t>mreže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Poseban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redosledu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problemima</a:t>
            </a:r>
            <a:r>
              <a:rPr lang="en-US" dirty="0"/>
              <a:t> koji se </a:t>
            </a:r>
            <a:r>
              <a:rPr lang="en-US" dirty="0" err="1"/>
              <a:t>javljaju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backend </a:t>
            </a:r>
            <a:r>
              <a:rPr lang="en-US" dirty="0" err="1"/>
              <a:t>pokuša</a:t>
            </a:r>
            <a:r>
              <a:rPr lang="en-US" dirty="0"/>
              <a:t> da se </a:t>
            </a:r>
            <a:r>
              <a:rPr lang="en-US" dirty="0" err="1"/>
              <a:t>poveže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spremna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506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Docker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pakovanje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zavisnostima</a:t>
            </a:r>
            <a:r>
              <a:rPr lang="en-US" dirty="0"/>
              <a:t> u </a:t>
            </a:r>
            <a:r>
              <a:rPr lang="en-US" dirty="0" err="1"/>
              <a:t>kontejnere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Kontejneri</a:t>
            </a:r>
            <a:r>
              <a:rPr lang="en-US" dirty="0"/>
              <a:t> se </a:t>
            </a:r>
            <a:r>
              <a:rPr lang="en-US" dirty="0" err="1"/>
              <a:t>ponašaju</a:t>
            </a:r>
            <a:r>
              <a:rPr lang="en-US" dirty="0"/>
              <a:t> </a:t>
            </a:r>
            <a:r>
              <a:rPr lang="en-US" dirty="0" err="1"/>
              <a:t>isto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mašini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</a:t>
            </a:r>
            <a:r>
              <a:rPr lang="en-US" dirty="0" err="1"/>
              <a:t>rešava</a:t>
            </a:r>
            <a:r>
              <a:rPr lang="en-US" dirty="0"/>
              <a:t> problem "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mene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ne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tebe</a:t>
            </a:r>
            <a:r>
              <a:rPr lang="en-US" dirty="0"/>
              <a:t>".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Bez Docker-a, </a:t>
            </a:r>
            <a:r>
              <a:rPr dirty="0" err="1"/>
              <a:t>aplikacije</a:t>
            </a:r>
            <a:r>
              <a:rPr dirty="0"/>
              <a:t> </a:t>
            </a:r>
            <a:r>
              <a:rPr dirty="0" err="1"/>
              <a:t>često</a:t>
            </a:r>
            <a:r>
              <a:rPr dirty="0"/>
              <a:t> </a:t>
            </a:r>
            <a:r>
              <a:rPr dirty="0" err="1"/>
              <a:t>zavise</a:t>
            </a:r>
            <a:r>
              <a:rPr dirty="0"/>
              <a:t> od </a:t>
            </a:r>
            <a:r>
              <a:rPr dirty="0" err="1"/>
              <a:t>lokalne</a:t>
            </a:r>
            <a:r>
              <a:rPr dirty="0"/>
              <a:t> </a:t>
            </a:r>
            <a:r>
              <a:rPr dirty="0" err="1"/>
              <a:t>konfiguracije</a:t>
            </a:r>
            <a:r>
              <a:rPr dirty="0"/>
              <a:t>. </a:t>
            </a:r>
            <a:r>
              <a:rPr dirty="0" err="1"/>
              <a:t>Razlike</a:t>
            </a:r>
            <a:r>
              <a:rPr dirty="0"/>
              <a:t> </a:t>
            </a:r>
            <a:r>
              <a:rPr dirty="0" err="1"/>
              <a:t>između</a:t>
            </a:r>
            <a:r>
              <a:rPr dirty="0"/>
              <a:t> </a:t>
            </a:r>
            <a:r>
              <a:rPr dirty="0" err="1"/>
              <a:t>računara</a:t>
            </a:r>
            <a:r>
              <a:rPr dirty="0"/>
              <a:t> </a:t>
            </a:r>
            <a:r>
              <a:rPr dirty="0" err="1"/>
              <a:t>dovode</a:t>
            </a:r>
            <a:r>
              <a:rPr dirty="0"/>
              <a:t> do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tipa</a:t>
            </a:r>
            <a:r>
              <a:rPr dirty="0"/>
              <a:t> '</a:t>
            </a:r>
            <a:r>
              <a:rPr dirty="0" err="1"/>
              <a:t>radi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mene</a:t>
            </a:r>
            <a:r>
              <a:rPr dirty="0"/>
              <a:t>, ne </a:t>
            </a:r>
            <a:r>
              <a:rPr dirty="0" err="1"/>
              <a:t>radi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tebe</a:t>
            </a:r>
            <a:r>
              <a:rPr dirty="0"/>
              <a:t>'.</a:t>
            </a:r>
            <a:endParaRPr lang="en-US" dirty="0"/>
          </a:p>
          <a:p>
            <a:r>
              <a:rPr lang="en-US" dirty="0"/>
              <a:t>Bez </a:t>
            </a:r>
            <a:r>
              <a:rPr lang="en-US" dirty="0" err="1"/>
              <a:t>Dockera</a:t>
            </a:r>
            <a:r>
              <a:rPr lang="en-US" dirty="0"/>
              <a:t>,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biblioteka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alata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sistemu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Docker </a:t>
            </a:r>
            <a:r>
              <a:rPr lang="en-US" dirty="0" err="1"/>
              <a:t>izoluje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,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konzistentno</a:t>
            </a:r>
            <a:r>
              <a:rPr lang="en-US" dirty="0"/>
              <a:t> </a:t>
            </a:r>
            <a:r>
              <a:rPr lang="en-US" dirty="0" err="1"/>
              <a:t>okruženje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olakšava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Jedan image </a:t>
            </a:r>
            <a:r>
              <a:rPr dirty="0" err="1"/>
              <a:t>može</a:t>
            </a:r>
            <a:r>
              <a:rPr dirty="0"/>
              <a:t> </a:t>
            </a:r>
            <a:r>
              <a:rPr dirty="0" err="1"/>
              <a:t>imati</a:t>
            </a:r>
            <a:r>
              <a:rPr dirty="0"/>
              <a:t> </a:t>
            </a:r>
            <a:r>
              <a:rPr dirty="0" err="1"/>
              <a:t>više</a:t>
            </a:r>
            <a:r>
              <a:rPr dirty="0"/>
              <a:t> </a:t>
            </a:r>
            <a:r>
              <a:rPr dirty="0" err="1"/>
              <a:t>kontejnera</a:t>
            </a:r>
            <a:r>
              <a:rPr dirty="0"/>
              <a:t>. Image je </a:t>
            </a:r>
            <a:r>
              <a:rPr dirty="0" err="1"/>
              <a:t>statičan</a:t>
            </a:r>
            <a:r>
              <a:rPr dirty="0"/>
              <a:t>, </a:t>
            </a:r>
            <a:r>
              <a:rPr dirty="0" err="1"/>
              <a:t>dok</a:t>
            </a:r>
            <a:r>
              <a:rPr dirty="0"/>
              <a:t> je </a:t>
            </a:r>
            <a:r>
              <a:rPr dirty="0" err="1"/>
              <a:t>kontejner</a:t>
            </a:r>
            <a:r>
              <a:rPr dirty="0"/>
              <a:t> </a:t>
            </a:r>
            <a:r>
              <a:rPr dirty="0" err="1"/>
              <a:t>aktivan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izvršava</a:t>
            </a:r>
            <a:r>
              <a:rPr dirty="0"/>
              <a:t> se.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Docker image je </a:t>
            </a:r>
            <a:r>
              <a:rPr lang="en-US" dirty="0" err="1"/>
              <a:t>nepromenljiv</a:t>
            </a:r>
            <a:r>
              <a:rPr lang="en-US" dirty="0"/>
              <a:t> </a:t>
            </a:r>
            <a:r>
              <a:rPr lang="en-US" dirty="0" err="1"/>
              <a:t>šablon</a:t>
            </a:r>
            <a:r>
              <a:rPr lang="en-US" dirty="0"/>
              <a:t> koji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 za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– </a:t>
            </a:r>
            <a:r>
              <a:rPr lang="en-US" dirty="0" err="1"/>
              <a:t>kod</a:t>
            </a:r>
            <a:r>
              <a:rPr lang="en-US" dirty="0"/>
              <a:t>, </a:t>
            </a:r>
            <a:r>
              <a:rPr lang="en-US" dirty="0" err="1"/>
              <a:t>biblioteke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konfiguraciju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Docker container je </a:t>
            </a:r>
            <a:r>
              <a:rPr lang="en-US" dirty="0" err="1"/>
              <a:t>pokrenuta</a:t>
            </a:r>
            <a:r>
              <a:rPr lang="en-US" dirty="0"/>
              <a:t> </a:t>
            </a:r>
            <a:r>
              <a:rPr lang="en-US" dirty="0" err="1"/>
              <a:t>instanca</a:t>
            </a:r>
            <a:r>
              <a:rPr lang="en-US" dirty="0"/>
              <a:t> tog image-a.</a:t>
            </a:r>
            <a:br>
              <a:rPr lang="en-US" dirty="0"/>
            </a:b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imati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 </a:t>
            </a:r>
            <a:r>
              <a:rPr lang="en-US" dirty="0" err="1"/>
              <a:t>pokrenutih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image-a,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.</a:t>
            </a:r>
          </a:p>
          <a:p>
            <a:r>
              <a:rPr lang="en-US" dirty="0" err="1"/>
              <a:t>Nepromenljiv</a:t>
            </a:r>
            <a:r>
              <a:rPr lang="en-US" dirty="0"/>
              <a:t> </a:t>
            </a:r>
            <a:r>
              <a:rPr lang="en-US" dirty="0" err="1"/>
              <a:t>šablon</a:t>
            </a:r>
            <a:endParaRPr lang="en-US" dirty="0"/>
          </a:p>
          <a:p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zavisnosti</a:t>
            </a:r>
            <a:endParaRPr lang="en-US" dirty="0"/>
          </a:p>
          <a:p>
            <a:r>
              <a:rPr lang="en-US" dirty="0"/>
              <a:t>Pravi se </a:t>
            </a:r>
            <a:r>
              <a:rPr lang="en-US" dirty="0" err="1"/>
              <a:t>pomoću</a:t>
            </a:r>
            <a:r>
              <a:rPr lang="en-US" dirty="0"/>
              <a:t> </a:t>
            </a:r>
            <a:r>
              <a:rPr lang="en-US" dirty="0" err="1"/>
              <a:t>Dockerfile</a:t>
            </a:r>
            <a:r>
              <a:rPr lang="en-US" dirty="0"/>
              <a:t>-a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3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Docker Compose je </a:t>
            </a:r>
            <a:r>
              <a:rPr lang="en-US" dirty="0" err="1"/>
              <a:t>alat</a:t>
            </a:r>
            <a:r>
              <a:rPr lang="en-US" dirty="0"/>
              <a:t>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definisanje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Umesto</a:t>
            </a:r>
            <a:r>
              <a:rPr lang="en-US" dirty="0"/>
              <a:t> da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pokrećemo</a:t>
            </a:r>
            <a:r>
              <a:rPr lang="en-US" dirty="0"/>
              <a:t>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kontejner</a:t>
            </a:r>
            <a:r>
              <a:rPr lang="en-US" dirty="0"/>
              <a:t> </a:t>
            </a:r>
            <a:r>
              <a:rPr lang="en-US" dirty="0" err="1"/>
              <a:t>posebno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servise</a:t>
            </a:r>
            <a:r>
              <a:rPr lang="en-US" dirty="0"/>
              <a:t> </a:t>
            </a:r>
            <a:r>
              <a:rPr lang="en-US" dirty="0" err="1"/>
              <a:t>opisujemo</a:t>
            </a:r>
            <a:r>
              <a:rPr lang="en-US" dirty="0"/>
              <a:t> u </a:t>
            </a:r>
            <a:r>
              <a:rPr lang="en-US" dirty="0" err="1"/>
              <a:t>jednom</a:t>
            </a:r>
            <a:r>
              <a:rPr lang="en-US" dirty="0"/>
              <a:t> docker-</a:t>
            </a:r>
            <a:r>
              <a:rPr lang="en-US" dirty="0" err="1"/>
              <a:t>compose.yml</a:t>
            </a:r>
            <a:r>
              <a:rPr lang="en-US" dirty="0"/>
              <a:t> </a:t>
            </a:r>
            <a:r>
              <a:rPr lang="en-US" dirty="0" err="1"/>
              <a:t>fajlu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komandom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podići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ugasiti</a:t>
            </a:r>
            <a:r>
              <a:rPr lang="en-US" dirty="0"/>
              <a:t> </a:t>
            </a:r>
            <a:r>
              <a:rPr lang="en-US" dirty="0" err="1"/>
              <a:t>celu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Ovaj</a:t>
            </a:r>
            <a:r>
              <a:rPr dirty="0"/>
              <a:t> </a:t>
            </a:r>
            <a:r>
              <a:rPr dirty="0" err="1"/>
              <a:t>fajl</a:t>
            </a:r>
            <a:r>
              <a:rPr dirty="0"/>
              <a:t> </a:t>
            </a:r>
            <a:r>
              <a:rPr dirty="0" err="1"/>
              <a:t>predstavlja</a:t>
            </a:r>
            <a:r>
              <a:rPr dirty="0"/>
              <a:t> </a:t>
            </a:r>
            <a:r>
              <a:rPr dirty="0" err="1"/>
              <a:t>centralnu</a:t>
            </a:r>
            <a:r>
              <a:rPr dirty="0"/>
              <a:t> </a:t>
            </a:r>
            <a:r>
              <a:rPr dirty="0" err="1"/>
              <a:t>konfiguraciju</a:t>
            </a:r>
            <a:r>
              <a:rPr dirty="0"/>
              <a:t> </a:t>
            </a:r>
            <a:r>
              <a:rPr dirty="0" err="1"/>
              <a:t>cele</a:t>
            </a:r>
            <a:r>
              <a:rPr dirty="0"/>
              <a:t> </a:t>
            </a:r>
            <a:r>
              <a:rPr dirty="0" err="1"/>
              <a:t>aplikacije</a:t>
            </a:r>
            <a:r>
              <a:rPr dirty="0"/>
              <a:t>.</a:t>
            </a:r>
            <a:endParaRPr lang="en-US" dirty="0"/>
          </a:p>
          <a:p>
            <a:r>
              <a:rPr lang="en-US" dirty="0" err="1"/>
              <a:t>Sekcija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dirty="0"/>
              <a:t>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kontejnere</a:t>
            </a:r>
            <a:r>
              <a:rPr lang="en-US" dirty="0"/>
              <a:t> koji </a:t>
            </a:r>
            <a:r>
              <a:rPr lang="en-US" dirty="0" err="1"/>
              <a:t>čine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, image </a:t>
            </a:r>
            <a:r>
              <a:rPr lang="en-US" dirty="0" err="1"/>
              <a:t>ili</a:t>
            </a:r>
            <a:r>
              <a:rPr lang="en-US" dirty="0"/>
              <a:t> build </a:t>
            </a:r>
            <a:r>
              <a:rPr lang="en-US" dirty="0" err="1"/>
              <a:t>instrukciju</a:t>
            </a:r>
            <a:r>
              <a:rPr lang="en-US" dirty="0"/>
              <a:t>, </a:t>
            </a:r>
            <a:r>
              <a:rPr lang="en-US" dirty="0" err="1"/>
              <a:t>portove</a:t>
            </a:r>
            <a:r>
              <a:rPr lang="en-US" dirty="0"/>
              <a:t>, environment </a:t>
            </a:r>
            <a:r>
              <a:rPr lang="en-US" dirty="0" err="1"/>
              <a:t>promenljive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zavisnosti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je </a:t>
            </a:r>
            <a:r>
              <a:rPr lang="en-US" dirty="0" err="1"/>
              <a:t>centralni</a:t>
            </a:r>
            <a:r>
              <a:rPr lang="en-US" dirty="0"/>
              <a:t> deo Docker Compose </a:t>
            </a:r>
            <a:r>
              <a:rPr lang="en-US" dirty="0" err="1"/>
              <a:t>konfiguracije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 Docker Compose </a:t>
            </a:r>
            <a:r>
              <a:rPr lang="en-US" dirty="0" err="1"/>
              <a:t>fajlu</a:t>
            </a:r>
            <a:r>
              <a:rPr lang="en-US" dirty="0"/>
              <a:t>, 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koristiti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en-US" dirty="0"/>
              <a:t>.</a:t>
            </a:r>
            <a:br>
              <a:rPr lang="en-US" dirty="0"/>
            </a:b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en-US" dirty="0"/>
              <a:t> </a:t>
            </a:r>
            <a:r>
              <a:rPr lang="en-US" dirty="0" err="1"/>
              <a:t>označava</a:t>
            </a:r>
            <a:r>
              <a:rPr lang="en-US" dirty="0"/>
              <a:t> da </a:t>
            </a:r>
            <a:r>
              <a:rPr lang="en-US" dirty="0" err="1"/>
              <a:t>koristimo</a:t>
            </a:r>
            <a:r>
              <a:rPr lang="en-US" dirty="0"/>
              <a:t> </a:t>
            </a:r>
            <a:r>
              <a:rPr lang="en-US" dirty="0" err="1"/>
              <a:t>gotov</a:t>
            </a:r>
            <a:r>
              <a:rPr lang="en-US" dirty="0"/>
              <a:t> image koji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, </a:t>
            </a:r>
            <a:r>
              <a:rPr lang="en-US" dirty="0" err="1"/>
              <a:t>obično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Docker Huba,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postgres:15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To je </a:t>
            </a:r>
            <a:r>
              <a:rPr lang="en-US" dirty="0" err="1"/>
              <a:t>zgodno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želimo</a:t>
            </a:r>
            <a:r>
              <a:rPr lang="en-US" dirty="0"/>
              <a:t> </a:t>
            </a:r>
            <a:r>
              <a:rPr lang="en-US" dirty="0" err="1"/>
              <a:t>standardizovani</a:t>
            </a:r>
            <a:r>
              <a:rPr lang="en-US" dirty="0"/>
              <a:t> </a:t>
            </a:r>
            <a:r>
              <a:rPr lang="en-US" dirty="0" err="1"/>
              <a:t>softver</a:t>
            </a:r>
            <a:r>
              <a:rPr lang="en-US" dirty="0"/>
              <a:t> koji ne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prilagođavamo</a:t>
            </a:r>
            <a:r>
              <a:rPr lang="en-US" dirty="0"/>
              <a:t>.</a:t>
            </a:r>
            <a:br>
              <a:rPr lang="en-US" dirty="0"/>
            </a:b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</a:t>
            </a:r>
            <a:r>
              <a:rPr lang="en-US" dirty="0"/>
              <a:t> </a:t>
            </a:r>
            <a:r>
              <a:rPr lang="en-US" dirty="0" err="1"/>
              <a:t>označava</a:t>
            </a:r>
            <a:r>
              <a:rPr lang="en-US" dirty="0"/>
              <a:t> da Docker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napravi</a:t>
            </a:r>
            <a:r>
              <a:rPr lang="en-US" dirty="0"/>
              <a:t> </a:t>
            </a:r>
            <a:r>
              <a:rPr lang="en-US" dirty="0" err="1"/>
              <a:t>naš</a:t>
            </a:r>
            <a:r>
              <a:rPr lang="en-US" dirty="0"/>
              <a:t> </a:t>
            </a:r>
            <a:r>
              <a:rPr lang="en-US" dirty="0" err="1"/>
              <a:t>vlastiti</a:t>
            </a:r>
            <a:r>
              <a:rPr lang="en-US" dirty="0"/>
              <a:t> image </a:t>
            </a:r>
            <a:r>
              <a:rPr lang="en-US" dirty="0" err="1"/>
              <a:t>koristeći</a:t>
            </a:r>
            <a:r>
              <a:rPr lang="en-US" dirty="0"/>
              <a:t> </a:t>
            </a:r>
            <a:r>
              <a:rPr lang="en-US" dirty="0" err="1"/>
              <a:t>Dockerfile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</a:t>
            </a:r>
            <a:r>
              <a:rPr lang="en-US" dirty="0" err="1"/>
              <a:t>koristimo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instaliramo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zavisnosti</a:t>
            </a:r>
            <a:r>
              <a:rPr lang="en-US" dirty="0"/>
              <a:t>, </a:t>
            </a:r>
            <a:r>
              <a:rPr lang="en-US" dirty="0" err="1"/>
              <a:t>kopiramo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konfigurišemo</a:t>
            </a:r>
            <a:r>
              <a:rPr lang="en-US" dirty="0"/>
              <a:t> image po </a:t>
            </a:r>
            <a:r>
              <a:rPr lang="en-US" dirty="0" err="1"/>
              <a:t>našim</a:t>
            </a:r>
            <a:r>
              <a:rPr lang="en-US" dirty="0"/>
              <a:t> </a:t>
            </a:r>
            <a:r>
              <a:rPr lang="en-US" dirty="0" err="1"/>
              <a:t>potrebama</a:t>
            </a:r>
            <a:r>
              <a:rPr lang="en-US" dirty="0"/>
              <a:t> – </a:t>
            </a:r>
            <a:r>
              <a:rPr lang="en-US" dirty="0" err="1"/>
              <a:t>na</a:t>
            </a:r>
            <a:r>
              <a:rPr lang="en-US" dirty="0"/>
              <a:t> primer backend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Flask-om </a:t>
            </a:r>
            <a:r>
              <a:rPr lang="en-US" dirty="0" err="1"/>
              <a:t>ili</a:t>
            </a:r>
            <a:r>
              <a:rPr lang="en-US" dirty="0"/>
              <a:t> frontend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React-</a:t>
            </a:r>
            <a:r>
              <a:rPr lang="en-US" dirty="0" err="1"/>
              <a:t>om.</a:t>
            </a:r>
            <a:br>
              <a:rPr lang="en-US" dirty="0"/>
            </a:br>
            <a:r>
              <a:rPr lang="en-US" dirty="0" err="1"/>
              <a:t>Dakle</a:t>
            </a:r>
            <a:r>
              <a:rPr lang="en-US" dirty="0"/>
              <a:t>, image je </a:t>
            </a:r>
            <a:r>
              <a:rPr lang="en-US" dirty="0" err="1"/>
              <a:t>gotov</a:t>
            </a:r>
            <a:r>
              <a:rPr lang="en-US" dirty="0"/>
              <a:t> </a:t>
            </a:r>
            <a:r>
              <a:rPr lang="en-US" dirty="0" err="1"/>
              <a:t>proizvod</a:t>
            </a:r>
            <a:r>
              <a:rPr lang="en-US" dirty="0"/>
              <a:t>, a build je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pravljenja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receptu</a:t>
            </a:r>
            <a:r>
              <a:rPr lang="en-US" dirty="0"/>
              <a:t> (</a:t>
            </a:r>
            <a:r>
              <a:rPr lang="en-US" dirty="0" err="1"/>
              <a:t>Dockerfile</a:t>
            </a:r>
            <a:r>
              <a:rPr lang="en-US" dirty="0"/>
              <a:t>-u)</a:t>
            </a:r>
          </a:p>
          <a:p>
            <a:endParaRPr lang="en-US" dirty="0"/>
          </a:p>
          <a:p>
            <a:r>
              <a:rPr lang="en-US" b="1" dirty="0"/>
              <a:t>Volume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za </a:t>
            </a:r>
            <a:r>
              <a:rPr lang="en-US" dirty="0" err="1"/>
              <a:t>trajno</a:t>
            </a:r>
            <a:r>
              <a:rPr lang="en-US" dirty="0"/>
              <a:t> </a:t>
            </a:r>
            <a:r>
              <a:rPr lang="en-US" dirty="0" err="1"/>
              <a:t>čuvanje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PostgreSQL </a:t>
            </a:r>
            <a:r>
              <a:rPr lang="en-US" dirty="0" err="1"/>
              <a:t>inače</a:t>
            </a:r>
            <a:r>
              <a:rPr lang="en-US" dirty="0"/>
              <a:t> </a:t>
            </a:r>
            <a:r>
              <a:rPr lang="en-US" dirty="0" err="1"/>
              <a:t>čuva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ga </a:t>
            </a:r>
            <a:r>
              <a:rPr lang="en-US" dirty="0" err="1"/>
              <a:t>ugasimo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obrišemo</a:t>
            </a:r>
            <a:r>
              <a:rPr lang="en-US" dirty="0"/>
              <a:t> container,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bi </a:t>
            </a:r>
            <a:r>
              <a:rPr lang="en-US" dirty="0" err="1"/>
              <a:t>nestali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koristimo</a:t>
            </a:r>
            <a:r>
              <a:rPr lang="en-US" dirty="0"/>
              <a:t> volume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db_data</a:t>
            </a:r>
            <a:r>
              <a:rPr lang="en-US" dirty="0"/>
              <a:t>, koji se </a:t>
            </a:r>
            <a:r>
              <a:rPr lang="en-US" dirty="0" err="1"/>
              <a:t>mapira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folder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/var/lib/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postgresql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/data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opstaju</a:t>
            </a:r>
            <a:r>
              <a:rPr lang="en-US" dirty="0"/>
              <a:t>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restartujemo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rebuildujemo</a:t>
            </a:r>
            <a:r>
              <a:rPr lang="en-US" dirty="0"/>
              <a:t> container.</a:t>
            </a:r>
          </a:p>
          <a:p>
            <a:endParaRPr lang="en-US" dirty="0"/>
          </a:p>
          <a:p>
            <a:r>
              <a:rPr lang="en-US" b="1" dirty="0" err="1"/>
              <a:t>INIT</a:t>
            </a:r>
            <a:r>
              <a:rPr lang="en-US" dirty="0" err="1"/>
              <a:t>Docker</a:t>
            </a:r>
            <a:r>
              <a:rPr lang="en-US" dirty="0"/>
              <a:t> image PostgreSQL-a </a:t>
            </a:r>
            <a:r>
              <a:rPr lang="en-US" dirty="0" err="1"/>
              <a:t>automatski</a:t>
            </a:r>
            <a:r>
              <a:rPr lang="en-US" dirty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</a:t>
            </a:r>
            <a:r>
              <a:rPr lang="en-US" dirty="0"/>
              <a:t> </a:t>
            </a:r>
            <a:r>
              <a:rPr lang="en-US" dirty="0" err="1"/>
              <a:t>fajlove</a:t>
            </a:r>
            <a:r>
              <a:rPr lang="en-US" dirty="0"/>
              <a:t> koji se </a:t>
            </a:r>
            <a:r>
              <a:rPr lang="en-US" dirty="0" err="1"/>
              <a:t>nalaze</a:t>
            </a:r>
            <a:r>
              <a:rPr lang="en-US" dirty="0"/>
              <a:t> u </a:t>
            </a:r>
            <a:r>
              <a:rPr lang="en-US" dirty="0" err="1"/>
              <a:t>folderu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/docker-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initdb.d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Mi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koristimo</a:t>
            </a:r>
            <a:r>
              <a:rPr lang="en-US" dirty="0"/>
              <a:t> </a:t>
            </a:r>
            <a:r>
              <a:rPr lang="en-US" dirty="0" err="1"/>
              <a:t>fajl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init.sql</a:t>
            </a:r>
            <a:r>
              <a:rPr lang="en-US" dirty="0"/>
              <a:t> koji </a:t>
            </a:r>
            <a:r>
              <a:rPr lang="en-US" dirty="0" err="1"/>
              <a:t>kreira</a:t>
            </a:r>
            <a:r>
              <a:rPr lang="en-US" dirty="0"/>
              <a:t> </a:t>
            </a:r>
            <a:r>
              <a:rPr lang="en-US" dirty="0" err="1"/>
              <a:t>tabelu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kolonama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first_name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last_name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age,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date_of_birth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ubacuje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test </a:t>
            </a:r>
            <a:r>
              <a:rPr lang="en-US" dirty="0" err="1"/>
              <a:t>korisnike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prvi</a:t>
            </a:r>
            <a:r>
              <a:rPr lang="en-US" dirty="0"/>
              <a:t> put </a:t>
            </a:r>
            <a:r>
              <a:rPr lang="en-US" dirty="0" err="1"/>
              <a:t>pokrenemo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test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odmah</a:t>
            </a:r>
            <a:r>
              <a:rPr lang="en-US" dirty="0"/>
              <a:t> da </a:t>
            </a:r>
            <a:r>
              <a:rPr lang="en-US" dirty="0" err="1"/>
              <a:t>koristimo</a:t>
            </a:r>
            <a:r>
              <a:rPr lang="en-US" dirty="0"/>
              <a:t> backend.</a:t>
            </a:r>
          </a:p>
          <a:p>
            <a:endParaRPr lang="en-US" dirty="0"/>
          </a:p>
          <a:p>
            <a:r>
              <a:rPr lang="en-US" dirty="0" err="1"/>
              <a:t>Direktiva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</a:t>
            </a:r>
            <a:r>
              <a:rPr lang="en-US" dirty="0" err="1"/>
              <a:t>redosled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ne </a:t>
            </a:r>
            <a:r>
              <a:rPr lang="en-US" dirty="0" err="1"/>
              <a:t>garantuje</a:t>
            </a:r>
            <a:r>
              <a:rPr lang="en-US" dirty="0"/>
              <a:t> da je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spreman</a:t>
            </a:r>
            <a:r>
              <a:rPr lang="en-US" dirty="0"/>
              <a:t> za rad.</a:t>
            </a:r>
            <a:br>
              <a:rPr lang="en-US" dirty="0"/>
            </a:br>
            <a:r>
              <a:rPr lang="en-US" dirty="0" err="1"/>
              <a:t>Zbog</a:t>
            </a:r>
            <a:r>
              <a:rPr lang="en-US" dirty="0"/>
              <a:t> toga je </a:t>
            </a:r>
            <a:r>
              <a:rPr lang="en-US" dirty="0" err="1"/>
              <a:t>dodat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healthcheck</a:t>
            </a:r>
            <a:r>
              <a:rPr lang="en-US" dirty="0"/>
              <a:t> koji </a:t>
            </a:r>
            <a:r>
              <a:rPr lang="en-US" dirty="0" err="1"/>
              <a:t>proverava</a:t>
            </a:r>
            <a:r>
              <a:rPr lang="en-US" dirty="0"/>
              <a:t> da li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spremna</a:t>
            </a:r>
            <a:r>
              <a:rPr lang="en-US" dirty="0"/>
              <a:t> da prima </a:t>
            </a:r>
            <a:r>
              <a:rPr lang="en-US" dirty="0" err="1"/>
              <a:t>konekcije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Tek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zdrava</a:t>
            </a:r>
            <a:r>
              <a:rPr lang="en-US" dirty="0"/>
              <a:t>, backend se </a:t>
            </a:r>
            <a:r>
              <a:rPr lang="en-US" dirty="0" err="1"/>
              <a:t>pokreće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Healthcheck</a:t>
            </a:r>
            <a:r>
              <a:rPr lang="en-US" dirty="0"/>
              <a:t> </a:t>
            </a:r>
            <a:r>
              <a:rPr lang="en-US" dirty="0" err="1"/>
              <a:t>proverava</a:t>
            </a:r>
            <a:r>
              <a:rPr lang="en-US" dirty="0"/>
              <a:t> da li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spremna</a:t>
            </a:r>
            <a:r>
              <a:rPr lang="en-US" dirty="0"/>
              <a:t> da prima </a:t>
            </a:r>
            <a:r>
              <a:rPr lang="en-US" dirty="0" err="1"/>
              <a:t>konekcije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pg_isready</a:t>
            </a:r>
            <a:r>
              <a:rPr lang="en-US" dirty="0"/>
              <a:t> </a:t>
            </a:r>
            <a:r>
              <a:rPr lang="en-US" dirty="0" err="1"/>
              <a:t>pokušava</a:t>
            </a:r>
            <a:r>
              <a:rPr lang="en-US" dirty="0"/>
              <a:t> da se </a:t>
            </a:r>
            <a:r>
              <a:rPr lang="en-US" dirty="0" err="1"/>
              <a:t>poveže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bazu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korisnikom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demo_user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Docker Compose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informaciju</a:t>
            </a:r>
            <a:r>
              <a:rPr lang="en-US" dirty="0"/>
              <a:t> da </a:t>
            </a:r>
            <a:r>
              <a:rPr lang="en-US" dirty="0" err="1"/>
              <a:t>zna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je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spreman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je </a:t>
            </a:r>
            <a:r>
              <a:rPr lang="en-US" dirty="0" err="1"/>
              <a:t>ključno</a:t>
            </a:r>
            <a:r>
              <a:rPr lang="en-US" dirty="0"/>
              <a:t> da backend ne </a:t>
            </a:r>
            <a:r>
              <a:rPr lang="en-US" dirty="0" err="1"/>
              <a:t>pokuša</a:t>
            </a:r>
            <a:r>
              <a:rPr lang="en-US" dirty="0"/>
              <a:t> </a:t>
            </a:r>
            <a:r>
              <a:rPr lang="en-US" dirty="0" err="1"/>
              <a:t>konekciju</a:t>
            </a:r>
            <a:r>
              <a:rPr lang="en-US" dirty="0"/>
              <a:t> 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startovana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Docker Compose </a:t>
            </a:r>
            <a:r>
              <a:rPr lang="en-US" b="1" dirty="0" err="1"/>
              <a:t>automatski</a:t>
            </a:r>
            <a:r>
              <a:rPr lang="en-US" b="1" dirty="0"/>
              <a:t> </a:t>
            </a:r>
            <a:r>
              <a:rPr lang="en-US" b="1" dirty="0" err="1"/>
              <a:t>kreira</a:t>
            </a:r>
            <a:r>
              <a:rPr lang="en-US" b="1" dirty="0"/>
              <a:t> </a:t>
            </a:r>
            <a:r>
              <a:rPr lang="en-US" b="1" dirty="0" err="1"/>
              <a:t>mrežu</a:t>
            </a:r>
            <a:r>
              <a:rPr lang="en-US" b="1" dirty="0"/>
              <a:t> </a:t>
            </a:r>
            <a:r>
              <a:rPr lang="en-US" dirty="0"/>
              <a:t>u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servisi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da </a:t>
            </a:r>
            <a:r>
              <a:rPr lang="en-US" dirty="0" err="1"/>
              <a:t>komuniciraju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Servisi</a:t>
            </a:r>
            <a:r>
              <a:rPr lang="en-US" dirty="0"/>
              <a:t> se </a:t>
            </a:r>
            <a:r>
              <a:rPr lang="en-US" dirty="0" err="1"/>
              <a:t>međusobno</a:t>
            </a:r>
            <a:r>
              <a:rPr lang="en-US" dirty="0"/>
              <a:t> ne </a:t>
            </a:r>
            <a:r>
              <a:rPr lang="en-US" dirty="0" err="1"/>
              <a:t>pozivaju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localhost-a,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imena</a:t>
            </a:r>
            <a:r>
              <a:rPr lang="en-US" dirty="0"/>
              <a:t> </a:t>
            </a:r>
            <a:r>
              <a:rPr lang="en-US" dirty="0" err="1"/>
              <a:t>servisa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Ovo je </a:t>
            </a:r>
            <a:r>
              <a:rPr lang="en-US" dirty="0" err="1"/>
              <a:t>česta</a:t>
            </a:r>
            <a:r>
              <a:rPr lang="en-US" dirty="0"/>
              <a:t> </a:t>
            </a:r>
            <a:r>
              <a:rPr lang="en-US" dirty="0" err="1"/>
              <a:t>greška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početnika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izvor</a:t>
            </a:r>
            <a:r>
              <a:rPr lang="en-US" dirty="0"/>
              <a:t> </a:t>
            </a:r>
            <a:r>
              <a:rPr lang="en-US" dirty="0" err="1"/>
              <a:t>mnogih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from</a:t>
            </a:r>
            <a:r>
              <a:rPr lang="en-US" dirty="0"/>
              <a:t> </a:t>
            </a:r>
          </a:p>
          <a:p>
            <a:r>
              <a:rPr lang="en-US" dirty="0"/>
              <a:t>Ova </a:t>
            </a:r>
            <a:r>
              <a:rPr lang="en-US" dirty="0" err="1"/>
              <a:t>komanda</a:t>
            </a:r>
            <a:r>
              <a:rPr lang="en-US" dirty="0"/>
              <a:t> </a:t>
            </a:r>
            <a:r>
              <a:rPr lang="en-US" dirty="0" err="1"/>
              <a:t>određuje</a:t>
            </a:r>
            <a:r>
              <a:rPr lang="en-US" dirty="0"/>
              <a:t> </a:t>
            </a:r>
            <a:r>
              <a:rPr lang="en-US" dirty="0" err="1"/>
              <a:t>bazni</a:t>
            </a:r>
            <a:r>
              <a:rPr lang="en-US" dirty="0"/>
              <a:t> image za </a:t>
            </a:r>
            <a:r>
              <a:rPr lang="en-US" dirty="0" err="1"/>
              <a:t>naš</a:t>
            </a:r>
            <a:r>
              <a:rPr lang="en-US" dirty="0"/>
              <a:t> backend.</a:t>
            </a:r>
            <a:br>
              <a:rPr lang="en-US" dirty="0"/>
            </a:b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python:3.11-slim</a:t>
            </a:r>
            <a:r>
              <a:rPr lang="en-US" b="1" dirty="0"/>
              <a:t> </a:t>
            </a:r>
            <a:r>
              <a:rPr lang="en-US" dirty="0"/>
              <a:t>je </a:t>
            </a:r>
            <a:r>
              <a:rPr lang="en-US" dirty="0" err="1"/>
              <a:t>minimalistička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Python 3.11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Python interpreter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osnovne</a:t>
            </a:r>
            <a:r>
              <a:rPr lang="en-US" dirty="0"/>
              <a:t> </a:t>
            </a:r>
            <a:r>
              <a:rPr lang="en-US" dirty="0" err="1"/>
              <a:t>biblioteke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graditi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ovom</a:t>
            </a:r>
            <a:r>
              <a:rPr lang="en-US" dirty="0"/>
              <a:t> image-u.\</a:t>
            </a:r>
          </a:p>
          <a:p>
            <a:endParaRPr lang="en-US" dirty="0"/>
          </a:p>
          <a:p>
            <a:r>
              <a:rPr lang="en-US" dirty="0"/>
              <a:t>2.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WORKDIR /app</a:t>
            </a:r>
            <a:endParaRPr lang="en-US" dirty="0"/>
          </a:p>
          <a:p>
            <a:r>
              <a:rPr lang="en-US" dirty="0" err="1"/>
              <a:t>Postavlja</a:t>
            </a:r>
            <a:r>
              <a:rPr lang="en-US" dirty="0"/>
              <a:t> </a:t>
            </a:r>
            <a:r>
              <a:rPr lang="en-US" dirty="0" err="1"/>
              <a:t>radni</a:t>
            </a:r>
            <a:r>
              <a:rPr lang="en-US" dirty="0"/>
              <a:t> </a:t>
            </a:r>
            <a:r>
              <a:rPr lang="en-US" dirty="0" err="1"/>
              <a:t>direktorijum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/app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naredne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</a:t>
            </a:r>
            <a:r>
              <a:rPr lang="en-US" dirty="0"/>
              <a:t>) se </a:t>
            </a:r>
            <a:r>
              <a:rPr lang="en-US" dirty="0" err="1"/>
              <a:t>izvršavaju</a:t>
            </a:r>
            <a:r>
              <a:rPr lang="en-US" dirty="0"/>
              <a:t> u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direktorijumu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Ako </a:t>
            </a:r>
            <a:r>
              <a:rPr lang="en-US" dirty="0" err="1"/>
              <a:t>direktorijum</a:t>
            </a:r>
            <a:r>
              <a:rPr lang="en-US" dirty="0"/>
              <a:t> ne </a:t>
            </a:r>
            <a:r>
              <a:rPr lang="en-US" dirty="0" err="1"/>
              <a:t>postoji</a:t>
            </a:r>
            <a:r>
              <a:rPr lang="en-US" dirty="0"/>
              <a:t>, Docker ga </a:t>
            </a:r>
            <a:r>
              <a:rPr lang="en-US" dirty="0" err="1"/>
              <a:t>kreira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RUN pip install flask psycopg2-binary flask-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cors</a:t>
            </a:r>
            <a:endParaRPr lang="en-US" dirty="0"/>
          </a:p>
          <a:p>
            <a:r>
              <a:rPr lang="en-US" dirty="0" err="1"/>
              <a:t>Instalira</a:t>
            </a:r>
            <a:r>
              <a:rPr lang="en-US" dirty="0"/>
              <a:t> Python </a:t>
            </a:r>
            <a:r>
              <a:rPr lang="en-US" dirty="0" err="1"/>
              <a:t>zavisnosti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potrebne</a:t>
            </a:r>
            <a:r>
              <a:rPr lang="en-US" dirty="0"/>
              <a:t> za backend: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flask</a:t>
            </a:r>
            <a:r>
              <a:rPr lang="en-US" dirty="0"/>
              <a:t> – web framework za API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psycopg2-binary</a:t>
            </a:r>
            <a:r>
              <a:rPr lang="en-US" dirty="0"/>
              <a:t> – </a:t>
            </a:r>
            <a:r>
              <a:rPr lang="en-US" dirty="0" err="1"/>
              <a:t>konekcija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PostgreSQL </a:t>
            </a:r>
            <a:r>
              <a:rPr lang="en-US" dirty="0" err="1"/>
              <a:t>bazom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flask-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cors</a:t>
            </a:r>
            <a:r>
              <a:rPr lang="en-US" dirty="0"/>
              <a:t> – </a:t>
            </a:r>
            <a:r>
              <a:rPr lang="en-US" dirty="0" err="1"/>
              <a:t>omogućava</a:t>
            </a:r>
            <a:r>
              <a:rPr lang="en-US" dirty="0"/>
              <a:t> frontend-u da </a:t>
            </a:r>
            <a:r>
              <a:rPr lang="en-US" dirty="0" err="1"/>
              <a:t>poziva</a:t>
            </a:r>
            <a:r>
              <a:rPr lang="en-US" dirty="0"/>
              <a:t> backend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različitog</a:t>
            </a:r>
            <a:r>
              <a:rPr lang="en-US" dirty="0"/>
              <a:t> porta</a:t>
            </a:r>
            <a:br>
              <a:rPr lang="en-US" dirty="0"/>
            </a:br>
            <a:r>
              <a:rPr lang="en-US" dirty="0"/>
              <a:t>Ova </a:t>
            </a:r>
            <a:r>
              <a:rPr lang="en-US" dirty="0" err="1"/>
              <a:t>komanda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tokom</a:t>
            </a:r>
            <a:r>
              <a:rPr lang="en-US" dirty="0"/>
              <a:t> build faze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rezultuje</a:t>
            </a:r>
            <a:r>
              <a:rPr lang="en-US" dirty="0"/>
              <a:t> </a:t>
            </a:r>
            <a:r>
              <a:rPr lang="en-US" dirty="0" err="1"/>
              <a:t>slojem</a:t>
            </a:r>
            <a:r>
              <a:rPr lang="en-US" dirty="0"/>
              <a:t> image-a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instaliranim</a:t>
            </a:r>
            <a:r>
              <a:rPr lang="en-US" dirty="0"/>
              <a:t> </a:t>
            </a:r>
            <a:r>
              <a:rPr lang="en-US" dirty="0" err="1"/>
              <a:t>paketima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COPY app.py .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 wait_for_db.py .</a:t>
            </a:r>
            <a:endParaRPr lang="en-US" dirty="0"/>
          </a:p>
          <a:p>
            <a:r>
              <a:rPr lang="en-US" dirty="0" err="1"/>
              <a:t>Kopira</a:t>
            </a:r>
            <a:r>
              <a:rPr lang="en-US" dirty="0"/>
              <a:t> </a:t>
            </a:r>
            <a:r>
              <a:rPr lang="en-US" dirty="0" err="1"/>
              <a:t>naš</a:t>
            </a:r>
            <a:r>
              <a:rPr lang="en-US" dirty="0"/>
              <a:t> Python </a:t>
            </a:r>
            <a:r>
              <a:rPr lang="en-US" dirty="0" err="1"/>
              <a:t>kod</a:t>
            </a:r>
            <a:r>
              <a:rPr lang="en-US" dirty="0"/>
              <a:t> u </a:t>
            </a:r>
            <a:r>
              <a:rPr lang="en-US" dirty="0" err="1"/>
              <a:t>kontejner</a:t>
            </a:r>
            <a:r>
              <a:rPr lang="en-US" dirty="0"/>
              <a:t> u </a:t>
            </a:r>
            <a:r>
              <a:rPr lang="en-US" dirty="0" err="1"/>
              <a:t>radni</a:t>
            </a:r>
            <a:r>
              <a:rPr lang="en-US" dirty="0"/>
              <a:t> </a:t>
            </a:r>
            <a:r>
              <a:rPr lang="en-US" dirty="0" err="1"/>
              <a:t>direktorijum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/app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Svi </a:t>
            </a:r>
            <a:r>
              <a:rPr lang="en-US" dirty="0" err="1"/>
              <a:t>fajlovi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backend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izvrši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kontejnera</a:t>
            </a:r>
            <a:r>
              <a:rPr lang="en-US" dirty="0"/>
              <a:t>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CMD ["python", "wait_for_db.py"]</a:t>
            </a:r>
            <a:endParaRPr lang="en-US" dirty="0"/>
          </a:p>
          <a:p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komandu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se container </a:t>
            </a:r>
            <a:r>
              <a:rPr lang="en-US" dirty="0" err="1"/>
              <a:t>pokrene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, </a:t>
            </a:r>
            <a:r>
              <a:rPr lang="en-US" dirty="0" err="1"/>
              <a:t>prvo</a:t>
            </a:r>
            <a:r>
              <a:rPr lang="en-US" dirty="0"/>
              <a:t> se </a:t>
            </a:r>
            <a:r>
              <a:rPr lang="en-US" dirty="0" err="1"/>
              <a:t>pokreće</a:t>
            </a:r>
            <a:r>
              <a:rPr lang="en-US" dirty="0"/>
              <a:t> </a:t>
            </a:r>
            <a:r>
              <a:rPr lang="en-US" dirty="0" err="1"/>
              <a:t>skripta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wait_for_db.py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proverava</a:t>
            </a:r>
            <a:r>
              <a:rPr lang="en-US" dirty="0"/>
              <a:t> da li je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spremna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dostupna</a:t>
            </a:r>
            <a:r>
              <a:rPr lang="en-US" dirty="0"/>
              <a:t>, backend API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startuje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09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 komande omogućavaju jednostavno pokretanje i gašenje cele aplikacije.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Docker Compose </a:t>
            </a:r>
            <a:r>
              <a:rPr lang="en-US" dirty="0" err="1"/>
              <a:t>značajno</a:t>
            </a:r>
            <a:r>
              <a:rPr lang="en-US" dirty="0"/>
              <a:t> </a:t>
            </a:r>
            <a:r>
              <a:rPr lang="en-US" dirty="0" err="1"/>
              <a:t>pojednostavljuje</a:t>
            </a:r>
            <a:r>
              <a:rPr lang="en-US" dirty="0"/>
              <a:t> </a:t>
            </a:r>
            <a:r>
              <a:rPr lang="en-US" dirty="0" err="1"/>
              <a:t>lokalni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podizanje</a:t>
            </a:r>
            <a:r>
              <a:rPr lang="en-US" dirty="0"/>
              <a:t> </a:t>
            </a:r>
            <a:r>
              <a:rPr lang="en-US" dirty="0" err="1"/>
              <a:t>kompleksnih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simulaciju</a:t>
            </a:r>
            <a:r>
              <a:rPr lang="en-US" dirty="0"/>
              <a:t> </a:t>
            </a:r>
            <a:r>
              <a:rPr lang="en-US" dirty="0" err="1"/>
              <a:t>produkcionog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Idealan</a:t>
            </a:r>
            <a:r>
              <a:rPr lang="en-US" dirty="0"/>
              <a:t> je za </a:t>
            </a:r>
            <a:r>
              <a:rPr lang="en-US" dirty="0" err="1"/>
              <a:t>razvoj</a:t>
            </a:r>
            <a:r>
              <a:rPr lang="en-US" dirty="0"/>
              <a:t>, </a:t>
            </a: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demonstracione</a:t>
            </a:r>
            <a:r>
              <a:rPr lang="en-US" dirty="0"/>
              <a:t> </a:t>
            </a:r>
            <a:r>
              <a:rPr lang="en-US" dirty="0" err="1"/>
              <a:t>projekte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72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1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16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5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9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4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5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1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5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1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78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ochobitshacenunbyte.com/2015/01/26/introduccion-docker-para-torpe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ty.club/lists/suggestions/image-vs-container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2bindia.com/react-js-ui-framework/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lcasoft.blogspot.com/2014/05/postgresql-habilitar-conexion-remota.html" TargetMode="External"/><Relationship Id="rId5" Type="http://schemas.openxmlformats.org/officeDocument/2006/relationships/image" Target="../media/image4.gif"/><Relationship Id="rId4" Type="http://schemas.openxmlformats.org/officeDocument/2006/relationships/hyperlink" Target="https://quizassign.blogspot.com/2022/12/do-you-want-to-learn-python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quintagroup.com/cms/technology/docker-compos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5038" y="738307"/>
            <a:ext cx="9134573" cy="3566160"/>
          </a:xfrm>
        </p:spPr>
        <p:txBody>
          <a:bodyPr>
            <a:normAutofit/>
          </a:bodyPr>
          <a:lstStyle/>
          <a:p>
            <a:r>
              <a:rPr sz="4400" dirty="0"/>
              <a:t>Docker Compose </a:t>
            </a:r>
            <a:br>
              <a:rPr lang="en-US" sz="4400" dirty="0"/>
            </a:br>
            <a:r>
              <a:rPr sz="4400" dirty="0" err="1"/>
              <a:t>Orkestracija</a:t>
            </a:r>
            <a:r>
              <a:rPr sz="4400" dirty="0"/>
              <a:t> multi-container </a:t>
            </a:r>
            <a:r>
              <a:rPr sz="4400" dirty="0" err="1"/>
              <a:t>aplikacija</a:t>
            </a: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Autor: Stefan Đurić</a:t>
            </a:r>
            <a:r>
              <a:rPr lang="en-US" dirty="0"/>
              <a:t> 2023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864C-6A3D-59F8-F34F-12E1773A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Kratak</a:t>
            </a:r>
            <a:r>
              <a:rPr lang="en-US" dirty="0"/>
              <a:t> </a:t>
            </a:r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D61F-1EBE-AC01-D6E8-4B205D103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: </a:t>
            </a:r>
            <a:r>
              <a:rPr lang="en-US" dirty="0" err="1"/>
              <a:t>Orkestracija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multi-container </a:t>
            </a:r>
            <a:r>
              <a:rPr lang="en-US" dirty="0" err="1"/>
              <a:t>aplikacijama</a:t>
            </a:r>
            <a:endParaRPr lang="en-US" dirty="0"/>
          </a:p>
          <a:p>
            <a:r>
              <a:rPr lang="en-US" dirty="0" err="1"/>
              <a:t>Servisi</a:t>
            </a:r>
            <a:r>
              <a:rPr lang="en-US" dirty="0"/>
              <a:t>: </a:t>
            </a:r>
            <a:r>
              <a:rPr lang="en-US" dirty="0" err="1"/>
              <a:t>db</a:t>
            </a:r>
            <a:r>
              <a:rPr lang="en-US" dirty="0"/>
              <a:t>, backend, frontend</a:t>
            </a:r>
          </a:p>
          <a:p>
            <a:r>
              <a:rPr lang="en-US" dirty="0" err="1"/>
              <a:t>Fokus</a:t>
            </a:r>
            <a:r>
              <a:rPr lang="en-US" dirty="0"/>
              <a:t>: </a:t>
            </a:r>
            <a:r>
              <a:rPr lang="en-US" dirty="0" err="1"/>
              <a:t>međusobna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, </a:t>
            </a:r>
            <a:r>
              <a:rPr lang="en-US" dirty="0" err="1"/>
              <a:t>redosled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, </a:t>
            </a:r>
            <a:r>
              <a:rPr lang="en-US" dirty="0" err="1"/>
              <a:t>healthcheck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5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je Docker?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Platforma za kontejnerizaciju</a:t>
            </a:r>
          </a:p>
          <a:p>
            <a:r>
              <a:t>Pakovanje aplikacije i zavisnosti</a:t>
            </a:r>
          </a:p>
          <a:p>
            <a:r>
              <a:t>Konzistentno ponašanje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E49D0-49E4-A7A5-F87D-B5972BB3A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428364" y="1962765"/>
            <a:ext cx="3788771" cy="2932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67A2FE-4F95-DB7D-14F7-61840A482A8E}"/>
              </a:ext>
            </a:extLst>
          </p:cNvPr>
          <p:cNvSpPr txBox="1"/>
          <p:nvPr/>
        </p:nvSpPr>
        <p:spPr>
          <a:xfrm>
            <a:off x="6173125" y="6081535"/>
            <a:ext cx="2044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ochobitshacenunbyte.com/2015/01/26/introduccion-docker-para-torp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bez Docker-a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Različita</a:t>
            </a:r>
            <a:r>
              <a:rPr dirty="0"/>
              <a:t> </a:t>
            </a:r>
            <a:r>
              <a:rPr dirty="0" err="1"/>
              <a:t>okruženja</a:t>
            </a:r>
            <a:endParaRPr dirty="0"/>
          </a:p>
          <a:p>
            <a:r>
              <a:rPr dirty="0" err="1"/>
              <a:t>Različite</a:t>
            </a:r>
            <a:r>
              <a:rPr dirty="0"/>
              <a:t> </a:t>
            </a:r>
            <a:r>
              <a:rPr dirty="0" err="1"/>
              <a:t>verzije</a:t>
            </a:r>
            <a:r>
              <a:rPr dirty="0"/>
              <a:t> </a:t>
            </a:r>
            <a:r>
              <a:rPr dirty="0" err="1"/>
              <a:t>softvera</a:t>
            </a:r>
            <a:endParaRPr dirty="0"/>
          </a:p>
          <a:p>
            <a:r>
              <a:rPr dirty="0" err="1"/>
              <a:t>Teško</a:t>
            </a:r>
            <a:r>
              <a:rPr dirty="0"/>
              <a:t> </a:t>
            </a:r>
            <a:r>
              <a:rPr dirty="0" err="1"/>
              <a:t>ponovljivo</a:t>
            </a:r>
            <a:r>
              <a:rPr dirty="0"/>
              <a:t> </a:t>
            </a:r>
            <a:r>
              <a:rPr dirty="0" err="1"/>
              <a:t>okruženje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vs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= recept</a:t>
            </a:r>
          </a:p>
          <a:p>
            <a:r>
              <a:t>Container = jelo</a:t>
            </a:r>
          </a:p>
          <a:p>
            <a:r>
              <a:t>Jedan image → više kontejnera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52DCE-4C9D-4863-0732-137EAD6AB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03938" y="3209195"/>
            <a:ext cx="4781841" cy="26598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067E-5BD2-96EB-F42B-2355685A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2277F5-96C6-DC81-1366-97B86FB5E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425438" y="1846263"/>
            <a:ext cx="3744542" cy="2106305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B67F9F-5431-7501-8C07-517A3565F9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298576" y="1846263"/>
            <a:ext cx="2742482" cy="21720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84477B-A0CD-902A-9814-FDA69D3D78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958665" y="4018308"/>
            <a:ext cx="2893226" cy="216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6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je Docker Compose?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Alat za multi-container aplikacije</a:t>
            </a:r>
          </a:p>
          <a:p>
            <a:r>
              <a:t>Jedan YAML fajl</a:t>
            </a:r>
          </a:p>
          <a:p>
            <a:r>
              <a:t>Jedna komanda za pokretanje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A2178-0CC6-621B-A0D4-08F4E6666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51438" y="3208675"/>
            <a:ext cx="5539297" cy="26604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0A88-289B-E19E-2BD0-A422B03E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740068-50EC-5B2F-E0FC-A4E21EDDA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4C487-1CF0-3A38-3C27-B2EED8B19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233" y="1737361"/>
            <a:ext cx="4215326" cy="449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docker-compose.yml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54F35-B606-4464-0448-CCAB49537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97" y="2008234"/>
            <a:ext cx="4911634" cy="3698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3F4C8-E294-486D-308D-D387321DA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59" y="2008235"/>
            <a:ext cx="3726182" cy="3698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5E75-D68C-F0C0-D177-340AFAC2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C779-9D97-40EC-C9B8-41A831B31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A2858-6D29-D793-DD52-61BBF848B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45734"/>
            <a:ext cx="7119257" cy="361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Pokretanje projekta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compose up – </a:t>
            </a:r>
            <a:r>
              <a:rPr lang="en-US" dirty="0" err="1"/>
              <a:t>pokreće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servise</a:t>
            </a:r>
            <a:br>
              <a:rPr lang="en-US" dirty="0"/>
            </a:br>
            <a:r>
              <a:rPr lang="en-US" dirty="0"/>
              <a:t>docker compose down – </a:t>
            </a:r>
            <a:r>
              <a:rPr lang="en-US" dirty="0" err="1"/>
              <a:t>gasi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servise</a:t>
            </a:r>
            <a:br>
              <a:rPr lang="en-US" dirty="0"/>
            </a:br>
            <a:r>
              <a:rPr lang="en-US" dirty="0"/>
              <a:t>docker compose down -v – </a:t>
            </a:r>
            <a:r>
              <a:rPr lang="en-US" dirty="0" err="1"/>
              <a:t>briše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volume-e</a:t>
            </a:r>
            <a:br>
              <a:rPr lang="en-US" dirty="0"/>
            </a:br>
            <a:r>
              <a:rPr lang="en-US" dirty="0"/>
              <a:t>docker compose </a:t>
            </a:r>
            <a:r>
              <a:rPr lang="en-US" dirty="0" err="1"/>
              <a:t>ps</a:t>
            </a:r>
            <a:r>
              <a:rPr lang="en-US" dirty="0"/>
              <a:t> –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aktivnih</a:t>
            </a:r>
            <a:r>
              <a:rPr lang="en-US" dirty="0"/>
              <a:t> </a:t>
            </a:r>
            <a:r>
              <a:rPr lang="en-US" dirty="0" err="1"/>
              <a:t>kontejnera</a:t>
            </a:r>
            <a:br>
              <a:rPr lang="en-US" dirty="0"/>
            </a:br>
            <a:r>
              <a:rPr lang="en-US" dirty="0"/>
              <a:t>docker compose logs –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logova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docker compose up --build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standard</a:t>
            </a:r>
          </a:p>
          <a:p>
            <a:r>
              <a:t>Compose za lokalni razvoj</a:t>
            </a:r>
          </a:p>
          <a:p>
            <a:r>
              <a:t>Jednostavno i efikasno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</TotalTime>
  <Words>1221</Words>
  <Application>Microsoft Office PowerPoint</Application>
  <PresentationFormat>On-screen Show (4:3)</PresentationFormat>
  <Paragraphs>77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Docker Compose  Orkestracija multi-container aplikacija</vt:lpstr>
      <vt:lpstr>Kratak opis projekta</vt:lpstr>
      <vt:lpstr>Šta je Docker?</vt:lpstr>
      <vt:lpstr>Problem bez Docker-a</vt:lpstr>
      <vt:lpstr>Image vs Container</vt:lpstr>
      <vt:lpstr>Arhitektura projekta</vt:lpstr>
      <vt:lpstr>Šta je Docker Compose?</vt:lpstr>
      <vt:lpstr>Struktura projekta</vt:lpstr>
      <vt:lpstr>docker-compose.yml</vt:lpstr>
      <vt:lpstr>Dockerfile</vt:lpstr>
      <vt:lpstr>Pokretanje projekta</vt:lpstr>
      <vt:lpstr>Zaključak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DJuric</cp:lastModifiedBy>
  <cp:revision>2</cp:revision>
  <dcterms:created xsi:type="dcterms:W3CDTF">2013-01-27T09:14:16Z</dcterms:created>
  <dcterms:modified xsi:type="dcterms:W3CDTF">2026-02-03T01:01:29Z</dcterms:modified>
  <cp:category/>
</cp:coreProperties>
</file>